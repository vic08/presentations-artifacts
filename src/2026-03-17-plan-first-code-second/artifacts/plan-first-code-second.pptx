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457200"/>
            <a:ext cx="2560320" cy="2560320"/>
          </a:xfrm>
          <a:prstGeom prst="ellipse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First,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Second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Agent Planning Transforms Development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Large Codebases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8288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  | 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"Just Let the Agent Do It" Fails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" cy="2743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Agent on Legacy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feature X for the payments module"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assumptions about architecture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existing patterns and conventions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integration with related modules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painful review iterations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of back-and-forth corrections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463040"/>
            <a:ext cx="54864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Planning 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9659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plan this together first"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understands full context first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reviewed before any code is written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caught during planning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implementation on first pass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review iterations needed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/ legacy codebases. Starting from scratch? Autonomous mode can work fine.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Steps to Near-Perfect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8288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600200"/>
            <a:ext cx="1828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CONTEXT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everything: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ticket, code pointers,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plans, debug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50008" y="26060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1600200"/>
            <a:ext cx="18288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600200"/>
            <a:ext cx="18288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74320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ITERATE 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8346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refine, repeat.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edits as bullet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 single messages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53128" y="26060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18288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600200"/>
            <a:ext cx="18288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84632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346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"Any open questions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decisions that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implementation?"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56248" y="2606040"/>
            <a:ext cx="237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12280" y="1600200"/>
            <a:ext cx="18288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12280" y="1600200"/>
            <a:ext cx="1828800" cy="54864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949440" y="23774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0" y="2834640"/>
            <a:ext cx="1554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 plan.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unit + integration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 scope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06040" y="4526280"/>
            <a:ext cx="1965960" cy="27432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 until plan is solid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Loading Context: The First Prompt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64592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plan in plan.md for implementing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[Jira ticket PROJ-1234 description].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Relevant code: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@src/payments/processor.ts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@src/billing/invoice-service.ts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previous plan: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@plans/proj-1200-refund-flow.md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 context from staging: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[paste relevant logs / stack traces]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unit and integration tests in plan.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463040"/>
            <a:ext cx="4572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087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 Specific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7647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exact files, not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payments module"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2377440"/>
            <a:ext cx="4572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423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Full Context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26791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entire Jira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ticket, not a summary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329184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291840"/>
            <a:ext cx="4572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3375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Patterns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35935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past plans and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implementations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4206240"/>
            <a:ext cx="25603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4206240"/>
            <a:ext cx="4572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2519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 Logs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45079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debug output helps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understand state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Iterative Plan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0292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64592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the plan with these changes: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Step 3: use RetryableProcessor instead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of raw HTTP calls — see @src/lib/retry.ts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error handling for timeout scenarios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 the webhook callback step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Q: Should we add a circuit breaker here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 rely on the existing retry logic?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Integration test should cover the full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billing cycle, not just the new endpoint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126480" y="1463040"/>
            <a:ext cx="45720" cy="1554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Everything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810512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all edits, questions,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concerns into a single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as bullet points.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processes them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 one pass — saves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and time.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32461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0" y="3246120"/>
            <a:ext cx="45720" cy="13258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32918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Questions Too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corrections with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questions. Let the agent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through trade-offs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 during review.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3 &amp;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Check → Execute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84048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Check Prompt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we implement — are there any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questions, ambiguities, or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points that would prevent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from implementing this plan as-is?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anything is unclear, ask now.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the agent from making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during implementation.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explicit resolution of unknowns.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508760"/>
            <a:ext cx="3840480" cy="3017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Prompt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205740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everything according to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@plans/proj-1234-plan.md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 the plan step by step.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tests after each major change.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 test fails, fix it before moving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the next step.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integration tests that cover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full subsystem, not just units.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 Tips for Power Users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749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374904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 Up Project Memory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/ .cursorrules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instructions the agent reads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session: coding conventions, test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commands, architecture patterns.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never repeat yourself.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749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37490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 Your Context Window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technical constraint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between unrelated tasks.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plans in external .md files,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inline in the conversation.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= degraded output.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3749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08960"/>
            <a:ext cx="374904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Two-Model Pattern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520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+ Builder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powerful model (Opus) for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planning. Hand the plan to a faster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(Sonnet) for execution.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cheaper, often cleaner.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374904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3108960"/>
            <a:ext cx="374904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Version-Control Your Plans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3520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team assets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plans/ alongside code.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tasks can reference past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as context for the agent.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Compounds in value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Feature: Clinical Trials Data Worker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89227" y="1234440"/>
            <a:ext cx="5965546" cy="3429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sessions/clever-keen-franklin/mnt/presentations/2026-03-17-plan-first-code-second/Screenshot 2026-03-17 at 23.13.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4947" y="1280160"/>
            <a:ext cx="5874106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conversation in Cursor: context loading with architecture questions and clarification phase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Fix: ANOVA-6874 Null Reference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45031" y="1280160"/>
            <a:ext cx="5453939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sessions/clever-keen-franklin/mnt/presentations/2026-03-17-plan-first-code-second/Screenshot 2026-03-17 at 23.38.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751" y="1325880"/>
            <a:ext cx="5362499" cy="3383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800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analysis: agent traces null reference through code, proposes root cause, suggests debug logs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YOUR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to Plan vs. When to Ship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08760"/>
            <a:ext cx="36576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 legacy codebases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or multi-module changes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business logic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with integration risks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areas of the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08760"/>
            <a:ext cx="3657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08760"/>
            <a:ext cx="3657600" cy="4114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AUTONOMOUS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/ new projects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Single-file, small scope changes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Well-defined tasks (rename, typo fix)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exploration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describe the diff in one 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76809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79476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Anti-Patterns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16052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prompts: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"fix the payments bug" — no context, no file pointers, no logs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Piecemeal feedback: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tiny correction per message wastes context window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tests in the plan: </a:t>
            </a:r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catch what unit tests miss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E9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Remember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Planning is a force multiplier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013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of planning saves hours of review iterations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is everything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87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tickets, code pointers, past plans, debug logs — the more you give, the better the output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Batch your feedback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172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edits + questions in one message. The agent handles them in a single pass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566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include testing in the plan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858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on subsystems catch what unit tests miss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297680"/>
            <a:ext cx="411480" cy="41148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is a methodology, not a tool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4544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Cursor, Claude Code, or any AI agent that plans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731520"/>
            <a:ext cx="4572000" cy="4572000"/>
          </a:xfrm>
          <a:prstGeom prst="ellipse">
            <a:avLst/>
          </a:prstGeom>
          <a:solidFill>
            <a:srgbClr val="0EA5E9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1371600"/>
            <a:ext cx="3200400" cy="3200400"/>
          </a:xfrm>
          <a:prstGeom prst="ellipse">
            <a:avLst/>
          </a:prstGeom>
          <a:solidFill>
            <a:srgbClr val="0EA5E9">
              <a:alpha val="1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82880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3375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claude.com/blog/best-practices-for-prompt-engineering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cursor.com/docs/agent/planning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code.claude.com/docs/en/best-practices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First, Code Second: AI Agent Planning for Large Codebases</dc:title>
  <dc:subject>PptxGenJS Presentation</dc:subject>
  <dc:creator>Vic</dc:creator>
  <cp:lastModifiedBy>Vic</cp:lastModifiedBy>
  <cp:revision>1</cp:revision>
  <dcterms:created xsi:type="dcterms:W3CDTF">2026-03-18T16:20:03Z</dcterms:created>
  <dcterms:modified xsi:type="dcterms:W3CDTF">2026-03-18T16:20:03Z</dcterms:modified>
</cp:coreProperties>
</file>